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Collections System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Briefing for Geldium Collections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AI Collections System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Customer Data Intake</a:t>
            </a:r>
          </a:p>
          <a:p>
            <a:r>
              <a:t>2. AI Risk Scoring &amp; Decision Logic</a:t>
            </a:r>
          </a:p>
          <a:p>
            <a:r>
              <a:t>3. Automated Actions &amp; Interventions</a:t>
            </a:r>
          </a:p>
          <a:p>
            <a:r>
              <a:t>4. Continuous Learning &amp; Feedback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Inputs include payment history, credit utilization, debt-to-income ratio, account tenure, and customer engagement behavior. The system predicts delinquency risk and triggers appropriate interventions.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and Decision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Risk Customers</a:t>
            </a:r>
          </a:p>
          <a:p>
            <a:r>
              <a:t>- Receive automated reminders and educational nudges</a:t>
            </a:r>
          </a:p>
          <a:p>
            <a:r>
              <a:t>Medium Risk Customers</a:t>
            </a:r>
          </a:p>
          <a:p>
            <a:r>
              <a:t>- Offered flexible repayment options and outreach campaigns</a:t>
            </a:r>
          </a:p>
          <a:p>
            <a:r>
              <a:t>High Risk Customers</a:t>
            </a:r>
          </a:p>
          <a:p>
            <a:r>
              <a:t>- Escalated to human collections specialists for personalized intervention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548640">
                <a:tc>
                  <a:txBody>
                    <a:bodyPr/>
                    <a:lstStyle/>
                    <a:p>
                      <a:r>
                        <a:t>Autonomous AI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 Oversight Activities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Risk scoring and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Reviewing disputed accounts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Automated payment reminders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Approving major account escalations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Customer communication personalization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Monitoring fairness and compliance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Learning from repayment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Auditing AI recommendations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Regular fairness audits across demographic groups</a:t>
            </a:r>
          </a:p>
          <a:p>
            <a:r>
              <a:t>• Explainable AI models with transparent decision logic</a:t>
            </a:r>
          </a:p>
          <a:p>
            <a:r>
              <a:t>• Human review for high-impact or sensitive decisions</a:t>
            </a:r>
          </a:p>
          <a:p>
            <a:r>
              <a:t>• Strong data privacy, encryption, and regulatory compliance controls</a:t>
            </a:r>
          </a:p>
          <a:p>
            <a:r>
              <a:t>• Continuous monitoring for model drift and unintended bias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KPIs</a:t>
            </a:r>
          </a:p>
          <a:p>
            <a:r>
              <a:t>- Reduce 30-day delinquency rates by 10–15%</a:t>
            </a:r>
          </a:p>
          <a:p>
            <a:r>
              <a:t>- Lower operational collections costs through automation</a:t>
            </a:r>
          </a:p>
          <a:p>
            <a:r>
              <a:t>- Improve collections prioritization accuracy</a:t>
            </a:r>
          </a:p>
          <a:p>
            <a:r>
              <a:t>Customer Outcomes</a:t>
            </a:r>
          </a:p>
          <a:p>
            <a:r>
              <a:t>- Faster and more personalized customer support</a:t>
            </a:r>
          </a:p>
          <a:p>
            <a:r>
              <a:t>- Improved repayment flexibility and financial guidance</a:t>
            </a:r>
          </a:p>
          <a:p>
            <a:r>
              <a:t>- More transparent and fair collections interactions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System Capabilities</a:t>
            </a:r>
          </a:p>
          <a:p>
            <a:r>
              <a:t>- Real-time behavioral risk monitoring</a:t>
            </a:r>
          </a:p>
          <a:p>
            <a:r>
              <a:t>- AI-powered conversational assistants for repayment support</a:t>
            </a:r>
          </a:p>
          <a:p>
            <a:r>
              <a:t>- Dynamic intervention strategies based on customer behavior</a:t>
            </a:r>
          </a:p>
          <a:p>
            <a:r>
              <a:t>- Integration with fraud detection and financial wellness tools</a:t>
            </a:r>
          </a:p>
          <a:p>
            <a:r>
              <a:t>- Predictive early-warning alerts for collections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